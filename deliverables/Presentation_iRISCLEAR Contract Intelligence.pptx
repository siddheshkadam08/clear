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71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272F"/>
    <a:srgbClr val="1A1F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51BC82-14B2-C24B-E3D5-565E10FAD91D}" v="50" dt="2026-08-01T13:49:55.018"/>
    <p1510:client id="{D36347BA-416F-8C8D-FBAC-6FD46F66314C}" v="36" dt="2026-08-01T14:06:18.919"/>
    <p1510:client id="{D454F3EB-49EC-2C26-3453-F64723F96793}" v="55" dt="2026-08-01T14:06:28.057"/>
    <p1510:client id="{F29AD754-ADC7-653D-5CEE-A67ADA1B5487}" v="187" dt="2026-08-01T14:03:47.6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AC6BDB2-23FF-CD5D-DE3F-8D66557FB8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94" t="43248" r="22601" b="41981"/>
          <a:stretch>
            <a:fillRect/>
          </a:stretch>
        </p:blipFill>
        <p:spPr>
          <a:xfrm>
            <a:off x="13654545" y="31262"/>
            <a:ext cx="2605823" cy="8974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8BC805C1-5F70-6606-388A-E405C5913C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94" t="43248" r="22601" b="41981"/>
          <a:stretch>
            <a:fillRect/>
          </a:stretch>
        </p:blipFill>
        <p:spPr>
          <a:xfrm>
            <a:off x="13654545" y="31262"/>
            <a:ext cx="2605823" cy="8974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6774674E-9D00-4EAD-05ED-01A8F625DF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94" t="43248" r="22601" b="41981"/>
          <a:stretch>
            <a:fillRect/>
          </a:stretch>
        </p:blipFill>
        <p:spPr>
          <a:xfrm>
            <a:off x="13654545" y="31262"/>
            <a:ext cx="2605823" cy="8974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0CED0DE2-94A5-15C9-8DD5-5C3C94C9E2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94" t="43248" r="22601" b="41981"/>
          <a:stretch>
            <a:fillRect/>
          </a:stretch>
        </p:blipFill>
        <p:spPr>
          <a:xfrm>
            <a:off x="13654545" y="31262"/>
            <a:ext cx="2605823" cy="8974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757B4701-2CC6-C9D7-982B-F7510281D8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94" t="43248" r="22601" b="41981"/>
          <a:stretch>
            <a:fillRect/>
          </a:stretch>
        </p:blipFill>
        <p:spPr>
          <a:xfrm>
            <a:off x="13654545" y="31262"/>
            <a:ext cx="2605823" cy="8974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42881AFD-CEAF-84E1-C816-17B30FAF66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94" t="43248" r="22601" b="41981"/>
          <a:stretch>
            <a:fillRect/>
          </a:stretch>
        </p:blipFill>
        <p:spPr>
          <a:xfrm>
            <a:off x="13654545" y="31262"/>
            <a:ext cx="2605823" cy="8974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0A95D0EA-252B-DEBA-3863-9F50CE620D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94" t="43248" r="22601" b="41981"/>
          <a:stretch>
            <a:fillRect/>
          </a:stretch>
        </p:blipFill>
        <p:spPr>
          <a:xfrm>
            <a:off x="13654545" y="31262"/>
            <a:ext cx="2605823" cy="8974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59F9F88E-A143-7B76-0B81-B0A6EC7790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94" t="43248" r="22601" b="41981"/>
          <a:stretch>
            <a:fillRect/>
          </a:stretch>
        </p:blipFill>
        <p:spPr>
          <a:xfrm>
            <a:off x="13654545" y="31262"/>
            <a:ext cx="2605823" cy="8974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6F155A3A-7288-0371-EF49-331D250DFE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94" t="43248" r="22601" b="41981"/>
          <a:stretch>
            <a:fillRect/>
          </a:stretch>
        </p:blipFill>
        <p:spPr>
          <a:xfrm>
            <a:off x="13654545" y="31262"/>
            <a:ext cx="2605823" cy="8974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6D15D5C-BA7F-175D-1AD5-1E8B9A946D55}"/>
              </a:ext>
            </a:extLst>
          </p:cNvPr>
          <p:cNvSpPr/>
          <p:nvPr/>
        </p:nvSpPr>
        <p:spPr>
          <a:xfrm>
            <a:off x="13534194" y="366726"/>
            <a:ext cx="2709333" cy="800484"/>
          </a:xfrm>
          <a:prstGeom prst="rect">
            <a:avLst/>
          </a:prstGeom>
          <a:solidFill>
            <a:srgbClr val="2027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F80A2FFC-6C4D-55C4-6ACC-9064136D96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94" t="43248" r="22601" b="41981"/>
          <a:stretch>
            <a:fillRect/>
          </a:stretch>
        </p:blipFill>
        <p:spPr>
          <a:xfrm>
            <a:off x="13654545" y="31262"/>
            <a:ext cx="2605823" cy="8974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8D19A05-1371-6DAF-36FB-C64252D009BF}"/>
              </a:ext>
            </a:extLst>
          </p:cNvPr>
          <p:cNvSpPr/>
          <p:nvPr/>
        </p:nvSpPr>
        <p:spPr>
          <a:xfrm>
            <a:off x="13534194" y="263840"/>
            <a:ext cx="2709333" cy="800484"/>
          </a:xfrm>
          <a:prstGeom prst="rect">
            <a:avLst/>
          </a:prstGeom>
          <a:solidFill>
            <a:srgbClr val="1A1F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7D432B28-C1B3-7BD6-EBE1-54681B85A2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94" t="43248" r="22601" b="41981"/>
          <a:stretch>
            <a:fillRect/>
          </a:stretch>
        </p:blipFill>
        <p:spPr>
          <a:xfrm>
            <a:off x="13654545" y="31262"/>
            <a:ext cx="2605823" cy="8974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AF40AC3-90D0-01C9-1CEB-7BA7C30E6460}"/>
              </a:ext>
            </a:extLst>
          </p:cNvPr>
          <p:cNvSpPr/>
          <p:nvPr/>
        </p:nvSpPr>
        <p:spPr>
          <a:xfrm>
            <a:off x="13534194" y="366726"/>
            <a:ext cx="2709333" cy="800484"/>
          </a:xfrm>
          <a:prstGeom prst="rect">
            <a:avLst/>
          </a:prstGeom>
          <a:solidFill>
            <a:srgbClr val="1A1F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AB47147C-3AA3-0D94-3F4C-6AB31AC7EE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94" t="43248" r="22601" b="41981"/>
          <a:stretch>
            <a:fillRect/>
          </a:stretch>
        </p:blipFill>
        <p:spPr>
          <a:xfrm>
            <a:off x="13654545" y="31262"/>
            <a:ext cx="2605823" cy="89742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EE4BA-9B1A-21A1-B273-B8DB11817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5AC1815-78CF-F842-8133-868DDCB13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6"/>
            <a:ext cx="16249650" cy="9140428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4AF2A8A-ED02-D9F2-BDFF-8B3913C56D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3459033"/>
              </p:ext>
            </p:extLst>
          </p:nvPr>
        </p:nvGraphicFramePr>
        <p:xfrm>
          <a:off x="1031630" y="1530252"/>
          <a:ext cx="14193255" cy="608331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731085">
                  <a:extLst>
                    <a:ext uri="{9D8B030D-6E8A-4147-A177-3AD203B41FA5}">
                      <a16:colId xmlns:a16="http://schemas.microsoft.com/office/drawing/2014/main" val="1647982689"/>
                    </a:ext>
                  </a:extLst>
                </a:gridCol>
                <a:gridCol w="4731085">
                  <a:extLst>
                    <a:ext uri="{9D8B030D-6E8A-4147-A177-3AD203B41FA5}">
                      <a16:colId xmlns:a16="http://schemas.microsoft.com/office/drawing/2014/main" val="96182553"/>
                    </a:ext>
                  </a:extLst>
                </a:gridCol>
                <a:gridCol w="4731085">
                  <a:extLst>
                    <a:ext uri="{9D8B030D-6E8A-4147-A177-3AD203B41FA5}">
                      <a16:colId xmlns:a16="http://schemas.microsoft.com/office/drawing/2014/main" val="2499789630"/>
                    </a:ext>
                  </a:extLst>
                </a:gridCol>
              </a:tblGrid>
              <a:tr h="7604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Name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Role in Team (as per nomination provided)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Designation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368136"/>
                  </a:ext>
                </a:extLst>
              </a:tr>
              <a:tr h="7604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Siddhesh Kadam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Full Stack Expert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Senior Software Engineer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1613153"/>
                  </a:ext>
                </a:extLst>
              </a:tr>
              <a:tr h="7604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Prabhakar Mhadse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Backend + AI/ML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Senior Software Engineer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2673309"/>
                  </a:ext>
                </a:extLst>
              </a:tr>
              <a:tr h="7604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Faisal Pathan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Frontend Builder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Software Engineer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9657269"/>
                  </a:ext>
                </a:extLst>
              </a:tr>
              <a:tr h="7604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Khushboo Singh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Business Analyst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Business Analyst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6252752"/>
                  </a:ext>
                </a:extLst>
              </a:tr>
              <a:tr h="7604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Chinmayi Patil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Domain SME — Regulatory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Customer Success Manager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5552735"/>
                  </a:ext>
                </a:extLst>
              </a:tr>
              <a:tr h="7604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Reena Gotal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QA Lead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Senior QA Engineer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4993028"/>
                  </a:ext>
                </a:extLst>
              </a:tr>
              <a:tr h="7604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Aashima Singh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GTM + UX/UI Design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Product &amp; GTM Strategy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4526431"/>
                  </a:ext>
                </a:extLst>
              </a:tr>
            </a:tbl>
          </a:graphicData>
        </a:graphic>
      </p:graphicFrame>
      <p:sp>
        <p:nvSpPr>
          <p:cNvPr id="3" name="TextBox 1">
            <a:extLst>
              <a:ext uri="{FF2B5EF4-FFF2-40B4-BE49-F238E27FC236}">
                <a16:creationId xmlns:a16="http://schemas.microsoft.com/office/drawing/2014/main" id="{0F7EB448-E767-89A0-A4D4-B884B9ABEF75}"/>
              </a:ext>
            </a:extLst>
          </p:cNvPr>
          <p:cNvSpPr txBox="1"/>
          <p:nvPr/>
        </p:nvSpPr>
        <p:spPr>
          <a:xfrm>
            <a:off x="1035737" y="840589"/>
            <a:ext cx="5509845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solidFill>
                  <a:srgbClr val="FFFFFF"/>
                </a:solidFill>
                <a:ea typeface="Calibri"/>
                <a:cs typeface="Calibri"/>
              </a:rPr>
              <a:t>TEAM ELEVATE-X</a:t>
            </a:r>
            <a:endParaRPr lang="en-US" sz="2400" b="1"/>
          </a:p>
        </p:txBody>
      </p:sp>
    </p:spTree>
    <p:extLst>
      <p:ext uri="{BB962C8B-B14F-4D97-AF65-F5344CB8AC3E}">
        <p14:creationId xmlns:p14="http://schemas.microsoft.com/office/powerpoint/2010/main" val="34614289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ark blue background with white lines&#10;&#10;AI-generated content may be incorrect.">
            <a:extLst>
              <a:ext uri="{FF2B5EF4-FFF2-40B4-BE49-F238E27FC236}">
                <a16:creationId xmlns:a16="http://schemas.microsoft.com/office/drawing/2014/main" id="{CCA25695-39D6-1250-10AD-CC048C4D5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6"/>
            <a:ext cx="16249650" cy="91404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1C475C2-9A76-4712-4D93-9FB733D297E9}"/>
              </a:ext>
            </a:extLst>
          </p:cNvPr>
          <p:cNvSpPr txBox="1"/>
          <p:nvPr/>
        </p:nvSpPr>
        <p:spPr>
          <a:xfrm>
            <a:off x="2363561" y="3794013"/>
            <a:ext cx="11512060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9600">
                <a:solidFill>
                  <a:srgbClr val="FFFFFF"/>
                </a:solidFill>
                <a:ea typeface="Calibri"/>
                <a:cs typeface="Calibri"/>
              </a:rPr>
              <a:t>THANK YOU</a:t>
            </a:r>
            <a:endParaRPr lang="en-US" sz="96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80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34</cp:revision>
  <dcterms:created xsi:type="dcterms:W3CDTF">2006-08-16T00:00:00Z</dcterms:created>
  <dcterms:modified xsi:type="dcterms:W3CDTF">2026-08-01T14:07:05Z</dcterms:modified>
</cp:coreProperties>
</file>